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10/05/2026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2026-05-10T23:53:53Z</dcterms:created>
  <dcterms:modified xsi:type="dcterms:W3CDTF">2026-05-10T23:53:53Z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10/05/2026</vt:lpwstr>
  </property>
  <property fmtid="{D5CDD505-2E9C-101B-9397-08002B2CF9AE}" pid="6" name="date-format">
    <vt:lpwstr>DD/MM/YYYY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