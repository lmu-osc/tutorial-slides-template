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Override PartName="/docProps/app.xml" ContentType="application/vnd.openxmlformats-officedocument.extended-properties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theme/theme1.xml" ContentType="application/vnd.openxmlformats-officedocument.theme+xml"/>
  <Override PartName="/ppt/theme/theme2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presentation.xml" ContentType="application/vnd.openxmlformats-officedocument.presentationml.presentation.main+xml"/>
  <Override PartName="/ppt/viewProps.xml" ContentType="application/vnd.openxmlformats-officedocument.presentationml.viewProps+xml"/>
  <Override PartName="/ppt/slides/slide1.xml" ContentType="application/vnd.openxmlformats-officedocument.presentationml.slide+xml"/>
</Types>
</file>

<file path=_rels/.rels><?xml version="1.0" encoding="UTF-8"?><Relationships xmlns="http://schemas.openxmlformats.org/package/2006/relationships"><Relationship Id="rId1" Type="http://schemas.openxmlformats.org/officeDocument/2006/relationships/officeDocument" Target="ppt/presentation.xml" /><Relationship Id="rId2" Type="http://schemas.openxmlformats.org/package/2006/relationships/metadata/core-properties" Target="docProps/core.xml" /><Relationship Id="rId3" Type="http://schemas.openxmlformats.org/package/2006/relationships/metadata/extended-properties" Target="docProps/app.xml" /><Relationship Id="rId4" Type="http://schemas.openxmlformats.org/officeDocument/2006/relationships/custom-properties" Target="docProps/custom.xml" />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autoCompressPictures="0" saveSubsetFonts="1">
  <p:sldMasterIdLst>
    <p:sldMasterId id="2147483648" r:id="rId1"/>
  </p:sldMasterIdLst>
  <p:sldIdLst>
    <p:sldId id="256" r:id="rId2"/>
  </p:sldIdLst>
  <p:sldSz cx="9144000" cy="5143500" type="screen16x9"/>
  <p:notesSz cx="6858000" cy="9144000"/>
  <p:defaultTextStyle>
    <a:defPPr>
      <a:defRPr lang="en-US"/>
    </a:defPPr>
    <a:lvl1pPr algn="l" defTabSz="457200" eaLnBrk="1" hangingPunct="1" latinLnBrk="0" marL="0" rtl="0">
      <a:defRPr kern="1200" sz="1800">
        <a:solidFill>
          <a:schemeClr val="tx1"/>
        </a:solidFill>
        <a:latin typeface="+mn-lt"/>
        <a:ea typeface="+mn-ea"/>
        <a:cs typeface="+mn-cs"/>
      </a:defRPr>
    </a:lvl1pPr>
    <a:lvl2pPr algn="l" defTabSz="457200" eaLnBrk="1" hangingPunct="1" latinLnBrk="0" marL="457200" rtl="0">
      <a:defRPr kern="1200" sz="1800">
        <a:solidFill>
          <a:schemeClr val="tx1"/>
        </a:solidFill>
        <a:latin typeface="+mn-lt"/>
        <a:ea typeface="+mn-ea"/>
        <a:cs typeface="+mn-cs"/>
      </a:defRPr>
    </a:lvl2pPr>
    <a:lvl3pPr algn="l" defTabSz="457200" eaLnBrk="1" hangingPunct="1" latinLnBrk="0" marL="914400" rtl="0">
      <a:defRPr kern="1200" sz="1800">
        <a:solidFill>
          <a:schemeClr val="tx1"/>
        </a:solidFill>
        <a:latin typeface="+mn-lt"/>
        <a:ea typeface="+mn-ea"/>
        <a:cs typeface="+mn-cs"/>
      </a:defRPr>
    </a:lvl3pPr>
    <a:lvl4pPr algn="l" defTabSz="457200" eaLnBrk="1" hangingPunct="1" latinLnBrk="0" marL="1371600" rtl="0">
      <a:defRPr kern="1200" sz="1800">
        <a:solidFill>
          <a:schemeClr val="tx1"/>
        </a:solidFill>
        <a:latin typeface="+mn-lt"/>
        <a:ea typeface="+mn-ea"/>
        <a:cs typeface="+mn-cs"/>
      </a:defRPr>
    </a:lvl4pPr>
    <a:lvl5pPr algn="l" defTabSz="457200" eaLnBrk="1" hangingPunct="1" latinLnBrk="0" marL="1828800" rtl="0">
      <a:defRPr kern="1200" sz="1800">
        <a:solidFill>
          <a:schemeClr val="tx1"/>
        </a:solidFill>
        <a:latin typeface="+mn-lt"/>
        <a:ea typeface="+mn-ea"/>
        <a:cs typeface="+mn-cs"/>
      </a:defRPr>
    </a:lvl5pPr>
    <a:lvl6pPr algn="l" defTabSz="457200" eaLnBrk="1" hangingPunct="1" latinLnBrk="0" marL="2286000" rtl="0">
      <a:defRPr kern="1200" sz="1800">
        <a:solidFill>
          <a:schemeClr val="tx1"/>
        </a:solidFill>
        <a:latin typeface="+mn-lt"/>
        <a:ea typeface="+mn-ea"/>
        <a:cs typeface="+mn-cs"/>
      </a:defRPr>
    </a:lvl6pPr>
    <a:lvl7pPr algn="l" defTabSz="457200" eaLnBrk="1" hangingPunct="1" latinLnBrk="0" marL="2743200" rtl="0">
      <a:defRPr kern="1200" sz="1800">
        <a:solidFill>
          <a:schemeClr val="tx1"/>
        </a:solidFill>
        <a:latin typeface="+mn-lt"/>
        <a:ea typeface="+mn-ea"/>
        <a:cs typeface="+mn-cs"/>
      </a:defRPr>
    </a:lvl7pPr>
    <a:lvl8pPr algn="l" defTabSz="457200" eaLnBrk="1" hangingPunct="1" latinLnBrk="0" marL="3200400" rtl="0">
      <a:defRPr kern="1200" sz="1800">
        <a:solidFill>
          <a:schemeClr val="tx1"/>
        </a:solidFill>
        <a:latin typeface="+mn-lt"/>
        <a:ea typeface="+mn-ea"/>
        <a:cs typeface="+mn-cs"/>
      </a:defRPr>
    </a:lvl8pPr>
    <a:lvl9pPr algn="l" defTabSz="457200" eaLnBrk="1" hangingPunct="1" latinLnBrk="0" marL="3657600" rtl="0">
      <a:defRPr kern="1200" sz="18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1620" userDrawn="1">
          <p15:clr>
            <a:srgbClr val="A4A3A4"/>
          </p15:clr>
        </p15:guide>
        <p15:guide id="2" pos="288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p="http://schemas.openxmlformats.org/presentationml/2006/main" xmlns:r="http://schemas.openxmlformats.org/officeDocument/2006/relationships">
  <p:normalViewPr>
    <p:restoredLeft autoAdjust="0" sz="15643"/>
    <p:restoredTop autoAdjust="0" sz="94694"/>
  </p:normalViewPr>
  <p:slideViewPr>
    <p:cSldViewPr snapToGrid="0" snapToObjects="1">
      <p:cViewPr varScale="1">
        <p:scale>
          <a:sx d="100" n="161"/>
          <a:sy d="100" n="161"/>
        </p:scale>
        <p:origin x="560" y="200"/>
      </p:cViewPr>
      <p:guideLst>
        <p:guide orient="horz" pos="1620"/>
        <p:guide pos="2880"/>
      </p:guideLst>
    </p:cSldViewPr>
  </p:slideViewPr>
  <p:outlineViewPr>
    <p:cViewPr>
      <p:scale>
        <a:sx d="100" n="33"/>
        <a:sy d="100" n="33"/>
      </p:scale>
      <p:origin x="0" y="0"/>
    </p:cViewPr>
  </p:outlineViewPr>
  <p:notesTextViewPr>
    <p:cViewPr>
      <p:scale>
        <a:sx d="100" n="100"/>
        <a:sy d="100" n="100"/>
      </p:scale>
      <p:origin x="0" y="0"/>
    </p:cViewPr>
  </p:notesTextViewPr>
  <p:gridSpacing cx="76200" cy="76200"/>
</p:viewPr>
</file>

<file path=ppt/_rels/presentation.xml.rels><?xml version="1.0" encoding="UTF-8"?><Relationships xmlns="http://schemas.openxmlformats.org/package/2006/relationships"><Relationship Id="rId2" Type="http://schemas.openxmlformats.org/officeDocument/2006/relationships/slide" Target="slides/slide1.xml" /><Relationship Id="rId4" Type="http://schemas.openxmlformats.org/officeDocument/2006/relationships/viewProps" Target="viewProps.xml" /><Relationship Id="rId3" Type="http://schemas.openxmlformats.org/officeDocument/2006/relationships/presProps" Target="presProps.xml" /><Relationship Id="rId1" Type="http://schemas.openxmlformats.org/officeDocument/2006/relationships/slideMaster" Target="slideMasters/slideMaster1.xml" /><Relationship Id="rId6" Type="http://schemas.openxmlformats.org/officeDocument/2006/relationships/tableStyles" Target="tableStyles.xml" /><Relationship Id="rId5" Type="http://schemas.openxmlformats.org/officeDocument/2006/relationships/theme" Target="theme/theme1.xml" 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1597819"/>
            <a:ext cx="7772400" cy="1102519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2914650"/>
            <a:ext cx="6400800" cy="131445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3429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685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0287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17145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057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24003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4435751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8346009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3305176"/>
            <a:ext cx="7772400" cy="1021556"/>
          </a:xfrm>
        </p:spPr>
        <p:txBody>
          <a:bodyPr anchor="t"/>
          <a:lstStyle>
            <a:lvl1pPr algn="l">
              <a:defRPr sz="3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180035"/>
            <a:ext cx="7772400" cy="1125140"/>
          </a:xfrm>
        </p:spPr>
        <p:txBody>
          <a:bodyPr anchor="b"/>
          <a:lstStyle>
            <a:lvl1pPr marL="0" indent="0">
              <a:buNone/>
              <a:defRPr sz="1500">
                <a:solidFill>
                  <a:schemeClr val="tx1">
                    <a:tint val="75000"/>
                  </a:schemeClr>
                </a:solidFill>
              </a:defRPr>
            </a:lvl1pPr>
            <a:lvl2pPr marL="342900" indent="0">
              <a:buNone/>
              <a:defRPr sz="1350">
                <a:solidFill>
                  <a:schemeClr val="tx1">
                    <a:tint val="75000"/>
                  </a:schemeClr>
                </a:solidFill>
              </a:defRPr>
            </a:lvl2pPr>
            <a:lvl3pPr marL="6858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3pPr>
            <a:lvl4pPr marL="10287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4pPr>
            <a:lvl5pPr marL="13716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5pPr>
            <a:lvl6pPr marL="17145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6pPr>
            <a:lvl7pPr marL="20574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7pPr>
            <a:lvl8pPr marL="24003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8pPr>
            <a:lvl9pPr marL="27432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73069076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200151"/>
            <a:ext cx="4038600" cy="3394472"/>
          </a:xfrm>
        </p:spPr>
        <p:txBody>
          <a:bodyPr/>
          <a:lstStyle>
            <a:lvl1pPr>
              <a:defRPr sz="2100"/>
            </a:lvl1pPr>
            <a:lvl2pPr>
              <a:defRPr sz="1800"/>
            </a:lvl2pPr>
            <a:lvl3pPr>
              <a:defRPr sz="1500"/>
            </a:lvl3pPr>
            <a:lvl4pPr>
              <a:defRPr sz="1350"/>
            </a:lvl4pPr>
            <a:lvl5pPr>
              <a:defRPr sz="135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200151"/>
            <a:ext cx="4038600" cy="3394472"/>
          </a:xfrm>
        </p:spPr>
        <p:txBody>
          <a:bodyPr/>
          <a:lstStyle>
            <a:lvl1pPr>
              <a:defRPr sz="2100"/>
            </a:lvl1pPr>
            <a:lvl2pPr>
              <a:defRPr sz="1800"/>
            </a:lvl2pPr>
            <a:lvl3pPr>
              <a:defRPr sz="1500"/>
            </a:lvl3pPr>
            <a:lvl4pPr>
              <a:defRPr sz="1350"/>
            </a:lvl4pPr>
            <a:lvl5pPr>
              <a:defRPr sz="135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9886245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151335"/>
            <a:ext cx="4040188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1631156"/>
            <a:ext cx="4040188" cy="2963466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6" y="1151335"/>
            <a:ext cx="4041775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6" y="1631156"/>
            <a:ext cx="4041775" cy="2963466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35793967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7272125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30901097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1" y="204787"/>
            <a:ext cx="3008313" cy="871538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04788"/>
            <a:ext cx="5111750" cy="4389835"/>
          </a:xfrm>
        </p:spPr>
        <p:txBody>
          <a:bodyPr/>
          <a:lstStyle>
            <a:lvl1pPr>
              <a:defRPr sz="2400"/>
            </a:lvl1pPr>
            <a:lvl2pPr>
              <a:defRPr sz="2100"/>
            </a:lvl2pPr>
            <a:lvl3pPr>
              <a:defRPr sz="1800"/>
            </a:lvl3pPr>
            <a:lvl4pPr>
              <a:defRPr sz="1500"/>
            </a:lvl4pPr>
            <a:lvl5pPr>
              <a:defRPr sz="1500"/>
            </a:lvl5pPr>
            <a:lvl6pPr>
              <a:defRPr sz="1500"/>
            </a:lvl6pPr>
            <a:lvl7pPr>
              <a:defRPr sz="1500"/>
            </a:lvl7pPr>
            <a:lvl8pPr>
              <a:defRPr sz="1500"/>
            </a:lvl8pPr>
            <a:lvl9pPr>
              <a:defRPr sz="15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1" y="1076326"/>
            <a:ext cx="3008313" cy="351829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40895647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3600450"/>
            <a:ext cx="5486400" cy="425054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459581"/>
            <a:ext cx="5486400" cy="3086100"/>
          </a:xfrm>
        </p:spPr>
        <p:txBody>
          <a:bodyPr/>
          <a:lstStyle>
            <a:lvl1pPr marL="0" indent="0">
              <a:buNone/>
              <a:defRPr sz="2400"/>
            </a:lvl1pPr>
            <a:lvl2pPr marL="342900" indent="0">
              <a:buNone/>
              <a:defRPr sz="2100"/>
            </a:lvl2pPr>
            <a:lvl3pPr marL="685800" indent="0">
              <a:buNone/>
              <a:defRPr sz="1800"/>
            </a:lvl3pPr>
            <a:lvl4pPr marL="1028700" indent="0">
              <a:buNone/>
              <a:defRPr sz="1500"/>
            </a:lvl4pPr>
            <a:lvl5pPr marL="1371600" indent="0">
              <a:buNone/>
              <a:defRPr sz="1500"/>
            </a:lvl5pPr>
            <a:lvl6pPr marL="1714500" indent="0">
              <a:buNone/>
              <a:defRPr sz="1500"/>
            </a:lvl6pPr>
            <a:lvl7pPr marL="2057400" indent="0">
              <a:buNone/>
              <a:defRPr sz="1500"/>
            </a:lvl7pPr>
            <a:lvl8pPr marL="2400300" indent="0">
              <a:buNone/>
              <a:defRPr sz="1500"/>
            </a:lvl8pPr>
            <a:lvl9pPr marL="2743200" indent="0">
              <a:buNone/>
              <a:defRPr sz="15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4025503"/>
            <a:ext cx="5486400" cy="60364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66899855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391479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05979"/>
            <a:ext cx="2057400" cy="4388644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05979"/>
            <a:ext cx="6019800" cy="4388644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81529045"/>
      </p:ext>
    </p:extLst>
  </p:cSld>
  <p:clrMapOvr>
    <a:masterClrMapping/>
  </p:clrMapOvr>
</p:sldLayout>
</file>

<file path=ppt/slideMasters/_rels/slideMaster1.xml.rels><?xml version="1.0" encoding="UTF-8"?><Relationships xmlns="http://schemas.openxmlformats.org/package/2006/relationships"><Relationship Id="rId8" Target="../slideLayouts/slideLayout8.xml" Type="http://schemas.openxmlformats.org/officeDocument/2006/relationships/slideLayout" /><Relationship Id="rId3" Target="../slideLayouts/slideLayout3.xml" Type="http://schemas.openxmlformats.org/officeDocument/2006/relationships/slideLayout" /><Relationship Id="rId7" Target="../slideLayouts/slideLayout7.xml" Type="http://schemas.openxmlformats.org/officeDocument/2006/relationships/slideLayout" /><Relationship Id="rId12" Target="../theme/theme1.xml" Type="http://schemas.openxmlformats.org/officeDocument/2006/relationships/theme" /><Relationship Id="rId2" Target="../slideLayouts/slideLayout2.xml" Type="http://schemas.openxmlformats.org/officeDocument/2006/relationships/slideLayout" /><Relationship Id="rId1" Target="../slideLayouts/slideLayout1.xml" Type="http://schemas.openxmlformats.org/officeDocument/2006/relationships/slideLayout" /><Relationship Id="rId6" Target="../slideLayouts/slideLayout6.xml" Type="http://schemas.openxmlformats.org/officeDocument/2006/relationships/slideLayout" /><Relationship Id="rId11" Target="../slideLayouts/slideLayout11.xml" Type="http://schemas.openxmlformats.org/officeDocument/2006/relationships/slideLayout" /><Relationship Id="rId5" Target="../slideLayouts/slideLayout5.xml" Type="http://schemas.openxmlformats.org/officeDocument/2006/relationships/slideLayout" /><Relationship Id="rId10" Target="../slideLayouts/slideLayout10.xml" Type="http://schemas.openxmlformats.org/officeDocument/2006/relationships/slideLayout" /><Relationship Id="rId4" Target="../slideLayouts/slideLayout4.xml" Type="http://schemas.openxmlformats.org/officeDocument/2006/relationships/slideLayout" /><Relationship Id="rId9" Target="../slideLayouts/slideLayout9.xml" Type="http://schemas.openxmlformats.org/officeDocument/2006/relationships/slideLayout" />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05979"/>
            <a:ext cx="8229600" cy="857250"/>
          </a:xfrm>
          <a:prstGeom prst="rect">
            <a:avLst/>
          </a:prstGeom>
        </p:spPr>
        <p:txBody>
          <a:bodyPr anchor="ctr" bIns="45720" lIns="91440" rIns="91440" rtlCol="0" tIns="45720" vert="horz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>
          <a:xfrm>
            <a:off x="457200" y="1200151"/>
            <a:ext cx="8229600" cy="3394472"/>
          </a:xfrm>
          <a:prstGeom prst="rect">
            <a:avLst/>
          </a:prstGeom>
        </p:spPr>
        <p:txBody>
          <a:bodyPr bIns="45720" lIns="91440" rIns="91440" rtlCol="0" tIns="45720" vert="horz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idx="2" sz="half" type="dt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l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idx="3" sz="quarter" type="ftr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ct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idx="4" sz="quarter" type="sldNum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76200875"/>
      </p:ext>
    </p:extLst>
  </p:cSld>
  <p:clrMap accent1="accent1" accent2="accent2" accent3="accent3" accent4="accent4" accent5="accent5" accent6="accent6" bg1="lt1" bg2="lt2" folHlink="folHlink" hlink="hlink" tx1="dk1" tx2="dk2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342900" eaLnBrk="1" hangingPunct="1" latinLnBrk="0" rtl="0">
        <a:spcBef>
          <a:spcPct val="0"/>
        </a:spcBef>
        <a:buNone/>
        <a:defRPr kern="1200" sz="33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algn="l" defTabSz="342900" eaLnBrk="1" hangingPunct="1" indent="-342900" latinLnBrk="0" marL="342900" rtl="0">
        <a:spcBef>
          <a:spcPct val="20000"/>
        </a:spcBef>
        <a:buFont typeface="Arial"/>
        <a:buChar char="•"/>
        <a:defRPr kern="1200" sz="240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indent="-342900" latinLnBrk="0" marL="685800" rtl="0">
        <a:spcBef>
          <a:spcPct val="20000"/>
        </a:spcBef>
        <a:buFont typeface="Arial"/>
        <a:buChar char="–"/>
        <a:defRPr kern="1200" sz="210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indent="-342900" latinLnBrk="0" marL="1028700" rtl="0">
        <a:spcBef>
          <a:spcPct val="20000"/>
        </a:spcBef>
        <a:buFont typeface="Arial"/>
        <a:buChar char="•"/>
        <a:defRPr kern="1200" sz="180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indent="-342900" latinLnBrk="0" marL="1371600" rtl="0">
        <a:spcBef>
          <a:spcPct val="20000"/>
        </a:spcBef>
        <a:buFont typeface="Arial"/>
        <a:buChar char="–"/>
        <a:defRPr kern="1200" sz="150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indent="-342900" latinLnBrk="0" marL="1714500" rtl="0">
        <a:spcBef>
          <a:spcPct val="20000"/>
        </a:spcBef>
        <a:buFont typeface="Arial"/>
        <a:buChar char="»"/>
        <a:defRPr kern="1200" sz="150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indent="-342900" latinLnBrk="0" marL="20574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indent="-342900" latinLnBrk="0" marL="24003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indent="-342900" latinLnBrk="0" marL="27432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indent="-342900" latinLnBrk="0" marL="30861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algn="l" defTabSz="342900" eaLnBrk="1" hangingPunct="1" latinLnBrk="0" marL="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latinLnBrk="0" marL="3429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latinLnBrk="0" marL="6858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latinLnBrk="0" marL="10287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latinLnBrk="0" marL="13716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latinLnBrk="0" marL="17145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latinLnBrk="0" marL="20574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latinLnBrk="0" marL="24003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latinLnBrk="0" marL="27432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?><Relationships xmlns="http://schemas.openxmlformats.org/package/2006/relationships"><Relationship Id="rId1" Type="http://schemas.openxmlformats.org/officeDocument/2006/relationships/slideLayout" Target="../slideLayouts/slideLayout1.xml" 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1597819"/>
            <a:ext cx="7772400" cy="1102519"/>
          </a:xfrm>
        </p:spPr>
        <p:txBody>
          <a:bodyPr/>
          <a:lstStyle/>
          <a:p>
            <a:pPr lvl="0" indent="0" marL="0">
              <a:buNone/>
            </a:pPr>
            <a:r>
              <a:rPr/>
              <a:t>Template Slides</a:t>
            </a:r>
          </a:p>
        </p:txBody>
      </p:sp>
      <p:sp>
        <p:nvSpPr>
          <p:cNvPr id="3" name="Subtitle 2"/>
          <p:cNvSpPr>
            <a:spLocks noGrp="1"/>
          </p:cNvSpPr>
          <p:nvPr>
            <p:ph idx="1" type="subTitle"/>
          </p:nvPr>
        </p:nvSpPr>
        <p:spPr>
          <a:xfrm>
            <a:off x="1371600" y="2914650"/>
            <a:ext cx="6400800" cy="13144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Author Name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idx="10" sz="half" type="dt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23/04/2026</a:t>
            </a:r>
          </a:p>
        </p:txBody>
      </p:sp>
    </p:spTree>
  </p:cSld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2</TotalTime>
  <Words>49</Words>
  <Application>Microsoft Macintosh PowerPoint</Application>
  <PresentationFormat>On-screen Show (16:9)</PresentationFormat>
  <Paragraphs>15</Paragraphs>
  <Slides>4</Slides>
  <Notes>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</vt:i4>
      </vt:variant>
    </vt:vector>
  </HeadingPairs>
  <TitlesOfParts>
    <vt:vector size="7" baseType="lpstr">
      <vt:lpstr>Arial</vt:lpstr>
      <vt:lpstr>Calibri</vt:lpstr>
      <vt:lpstr>Office Theme</vt:lpstr>
      <vt:lpstr>Presentation Title</vt:lpstr>
      <vt:lpstr>Slide Title</vt:lpstr>
      <vt:lpstr>Section header</vt:lpstr>
      <vt:lpstr>Slide Title for Two-Content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Template Slides</dc:title>
  <dc:creator>Author Name</dc:creator>
  <cp:keywords/>
  <dcterms:created xsi:type="dcterms:W3CDTF">2026-04-23T15:30:22Z</dcterms:created>
  <dcterms:modified xsi:type="dcterms:W3CDTF">2026-04-23T15:30:22Z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authors">
    <vt:lpwstr/>
  </property>
  <property fmtid="{D5CDD505-2E9C-101B-9397-08002B2CF9AE}" pid="3" name="biblio-config">
    <vt:lpwstr>True</vt:lpwstr>
  </property>
  <property fmtid="{D5CDD505-2E9C-101B-9397-08002B2CF9AE}" pid="4" name="by-author">
    <vt:lpwstr/>
  </property>
  <property fmtid="{D5CDD505-2E9C-101B-9397-08002B2CF9AE}" pid="5" name="date">
    <vt:lpwstr>23/04/2026</vt:lpwstr>
  </property>
  <property fmtid="{D5CDD505-2E9C-101B-9397-08002B2CF9AE}" pid="6" name="date-format">
    <vt:lpwstr>DD/MM/YYYY</vt:lpwstr>
  </property>
  <property fmtid="{D5CDD505-2E9C-101B-9397-08002B2CF9AE}" pid="7" name="engines">
    <vt:lpwstr/>
  </property>
  <property fmtid="{D5CDD505-2E9C-101B-9397-08002B2CF9AE}" pid="8" name="execute">
    <vt:lpwstr/>
  </property>
  <property fmtid="{D5CDD505-2E9C-101B-9397-08002B2CF9AE}" pid="9" name="header-includes">
    <vt:lpwstr/>
  </property>
  <property fmtid="{D5CDD505-2E9C-101B-9397-08002B2CF9AE}" pid="10" name="include-after">
    <vt:lpwstr/>
  </property>
  <property fmtid="{D5CDD505-2E9C-101B-9397-08002B2CF9AE}" pid="11" name="include-before">
    <vt:lpwstr/>
  </property>
  <property fmtid="{D5CDD505-2E9C-101B-9397-08002B2CF9AE}" pid="12" name="labels">
    <vt:lpwstr/>
  </property>
  <property fmtid="{D5CDD505-2E9C-101B-9397-08002B2CF9AE}" pid="13" name="toc-title">
    <vt:lpwstr>Table of contents</vt:lpwstr>
  </property>
</Properties>
</file>