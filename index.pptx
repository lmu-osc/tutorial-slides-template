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Author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05/10/2026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</dc:title>
  <dc:creator>Author Name</dc:creator>
  <cp:keywords/>
  <dcterms:created xsi:type="dcterms:W3CDTF">2026-10-05T01:39:49Z</dcterms:created>
  <dcterms:modified xsi:type="dcterms:W3CDTF">2026-10-05T01:39:49Z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05/10/2026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