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 Name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26/07/2026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</dc:title>
  <dc:creator>Author Name</dc:creator>
  <cp:keywords/>
  <dcterms:created xsi:type="dcterms:W3CDTF">2026-07-26T23:59:53Z</dcterms:created>
  <dcterms:modified xsi:type="dcterms:W3CDTF">2026-07-26T23:59:53Z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26/07/2026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